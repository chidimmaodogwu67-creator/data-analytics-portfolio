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300000"/>
            <a:ext cx="8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SQL Capstone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00000"/>
            <a:ext cx="82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Skin Cancer Diagnosis Analysis Using PostgreSQL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Prepared by: Chidimma Azudiugwu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300000"/>
            <a:ext cx="8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00000"/>
            <a:ext cx="82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• Analyze patient, lesion, environmental and lifestyle data.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Support healthcare decision-making using SQL.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Dataset: table1 (patients), table2 (lesions).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300000"/>
            <a:ext cx="8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00000"/>
            <a:ext cx="82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Identify diagnosis trends, high-risk body regions, environmental and lifestyle risk factors to improve early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300000"/>
            <a:ext cx="8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00000"/>
            <a:ext cx="82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SQL used: SELECT, WHERE, GROUP BY, ORDER BY, COUNT(), AVG(), SUM(), CASE, JOIN and CTEs.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300000"/>
            <a:ext cx="8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00000"/>
            <a:ext cx="82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• ACK: 461 cases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Face had the highest malignant cases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510 lesions grew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458 biopsied lesions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MEL average diameter: 14.09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Smoking showed the strongest association with severe diagnoses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300000"/>
            <a:ext cx="8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00000"/>
            <a:ext cx="82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• Increase screening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Prioritize high-risk regions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Promote smoking cessation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Encourage early biopsy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Expand public awareness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4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300000"/>
            <a:ext cx="8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00000"/>
            <a:ext cx="82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82828"/>
                </a:solidFill>
              </a:defRPr>
            </a:pPr>
            <a:r>
              <a:t>SQL transformed raw healthcare data into actionable insights that support better clinical decisions.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chidimma Azudiugwu</cp:lastModifiedBy>
  <cp:revision>1</cp:revision>
  <dcterms:created xsi:type="dcterms:W3CDTF">2013-01-27T09:14:16Z</dcterms:created>
  <dcterms:modified xsi:type="dcterms:W3CDTF">2026-07-16T23:15:06Z</dcterms:modified>
  <cp:category/>
</cp:coreProperties>
</file>